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82"/>
  </p:normalViewPr>
  <p:slideViewPr>
    <p:cSldViewPr snapToGrid="0">
      <p:cViewPr varScale="1">
        <p:scale>
          <a:sx n="85" d="100"/>
          <a:sy n="85" d="100"/>
        </p:scale>
        <p:origin x="176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05FA8A-53C2-746B-596C-68BA84C6B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336A270F-1FE4-C90E-61B5-36B51E2B4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453EDAF-5838-D01C-557A-CDC229B8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25FF1D3-085D-426C-E609-4ADCE16A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E8F1916-BC67-1480-3223-74701040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660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E37FBAC-1CDC-0667-33A4-BFBC5B33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FD272A8-22A0-CBBD-8318-516AA2EED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8EDC955-F15C-9D0D-183E-A723B90B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9C0F283-DC52-1C16-C7CE-780DB642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14115A2-9696-8A01-DD3F-BCDE014F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4547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4945E4A-7E1D-F717-2E1E-2810B2F2A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F978DD8-93A4-B440-3995-B28A5E3CA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23D9327-4D00-4286-C527-8FF738E6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122BC1-7280-C49A-2FC9-2DF7C1B18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1207443-F312-FB3D-8246-A98591D3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436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0EA22D5-3289-BAC8-437F-4FD09B620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E70684B-BF9F-A798-BCE9-B30128F6E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F15FA1E-3913-0C40-8239-0851A8D3E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1F8AC9E-0FB9-9672-FC3F-3742FE2B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808820A-CE70-AB57-A63D-01471E35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1ED527D-2085-C3BD-1C12-428B6B5E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76561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775BF7-D26B-76BE-AAB6-6EC75B435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150CCCE-B59C-F3A5-56BF-C41A0757A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FD8BC9E-9CFB-8B41-CD82-0FDE4A8E8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8AEA59F-238B-0C25-4B50-351D8311C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E835BEE4-890B-565B-C4AD-6E3E19B4D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39D5BC32-2D7F-5C1D-9F83-239FA3FC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6A443826-2A75-F221-84A4-FD31E00C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AC33AE65-AF1B-13BA-7D0A-75D148BA8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57378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3E1F4C7-6400-639A-D668-2052FF3A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2F656CB6-2E94-A98D-D3D5-B04AB60C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05C4113D-8B91-AA65-9B65-360810A7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203F6CC-FEFF-C09E-729B-9EDC952C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217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5566028C-B318-9C23-F20D-C47A7E7D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BC2C1264-E611-B040-E90E-BC221843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9449DAA-28EF-B2BA-7597-73484667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710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2336107-C583-6614-F48B-3C39F0B2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815BCBC-8E77-B4C3-F954-19B2631A3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EC8FA504-D59C-52AE-7066-B40EC2684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51B740E-ECD9-14AD-89E7-5D19DF81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92EFF94-1A7B-720A-798A-78C2C629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37BCE03-F12E-041C-8CA7-0FCBD200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1688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CB46A93-5139-FCCB-16EF-565BF97B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2C5969F5-C9E3-7ACE-FBEE-0A5482C9A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4EE89CDF-DE8F-33B9-FF72-E2993497A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3396FCD-8596-2C3D-BF2F-9BA7675B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BDCE1EE-1147-7D0D-08F3-AA65846A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080F7F4-456E-E69C-2852-AD1340FA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061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7C1A747-9315-9808-21A5-62BF8F78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9429D5CE-483E-07A8-A2B0-905CD7C6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F703726-95CA-7C0E-53A5-0130F373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0A47D9E-5B27-1B68-DA2C-85BAC35B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18FC1F7-06DB-0D39-8DF9-D75AA9E4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1236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10D2618B-6869-B4AC-2B6E-F20892E76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4BB64BDB-2995-95A8-6B33-E97A1CEA6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4A2E4CB-6F79-8387-F086-B309CAAB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1F1763-8137-3F4C-3B55-876D3550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B8A1E0B-EB76-9637-3034-1FF8EF54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2589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9F6F64C-29E6-7B4A-E9EB-2303DFE50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540339E-E912-E3A6-E035-DEC312343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6DCDFC2-295E-9D75-6708-4498B94EA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52DC6-CB94-564B-A9C9-BFB31F373905}" type="datetimeFigureOut">
              <a:rPr lang="nb-NO" smtClean="0"/>
              <a:t>28.02.2026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BB7C4F9-68F6-643F-C3AB-2834025AB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AADE469-8304-45C0-616D-7192B780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FFADA-53F7-F240-B0B4-B349C7DE867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2633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64C4AC1-6103-C63B-2B0D-217C3697C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 Denmark project 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677BB9AF-73E2-1913-BDAF-38275DAD3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i="1" dirty="0"/>
              <a:t>Seminar 1 </a:t>
            </a:r>
          </a:p>
        </p:txBody>
      </p:sp>
      <p:pic>
        <p:nvPicPr>
          <p:cNvPr id="1026" name="Picture 2" descr="Sommerhuset er antagelig Danmarks mest fotograferte">
            <a:extLst>
              <a:ext uri="{FF2B5EF4-FFF2-40B4-BE49-F238E27FC236}">
                <a16:creationId xmlns:a16="http://schemas.microsoft.com/office/drawing/2014/main" id="{F3B4A697-1899-D412-5781-451D347B2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3" r="9464"/>
          <a:stretch>
            <a:fillRect/>
          </a:stretch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559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208E0DF-E69A-8F90-E149-F94B6859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and characteristics of dwelling stock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CF64B12-CD87-BED8-2C13-377ED200A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5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362508-E764-6382-5C0C-916523A9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Sources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B5C17DC-210F-8123-E579-7292554AE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75426" cy="466725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Population</a:t>
            </a:r>
          </a:p>
          <a:p>
            <a:pPr lvl="1"/>
            <a:r>
              <a:rPr lang="en-US" sz="2000" b="1" dirty="0"/>
              <a:t>Main source: </a:t>
            </a:r>
            <a:r>
              <a:rPr lang="en-US" sz="2000" dirty="0" err="1"/>
              <a:t>Danmarks</a:t>
            </a:r>
            <a:r>
              <a:rPr lang="en-US" sz="2000" dirty="0"/>
              <a:t> </a:t>
            </a:r>
            <a:r>
              <a:rPr lang="en-US" sz="2000" dirty="0" err="1"/>
              <a:t>Statistik</a:t>
            </a:r>
            <a:r>
              <a:rPr lang="en-US" sz="2000" dirty="0"/>
              <a:t> (National statistics office)</a:t>
            </a:r>
            <a:endParaRPr lang="en-US" sz="2000" b="1" dirty="0"/>
          </a:p>
          <a:p>
            <a:pPr lvl="1"/>
            <a:r>
              <a:rPr lang="en-US" sz="2000" dirty="0"/>
              <a:t>Data available from 1769-2026 </a:t>
            </a:r>
          </a:p>
          <a:p>
            <a:pPr lvl="1"/>
            <a:r>
              <a:rPr lang="en-US" sz="2000" dirty="0"/>
              <a:t>Available extrapolation until 2070 </a:t>
            </a:r>
          </a:p>
          <a:p>
            <a:r>
              <a:rPr lang="en-US" sz="2400" dirty="0"/>
              <a:t>People per dwelling </a:t>
            </a:r>
          </a:p>
          <a:p>
            <a:pPr lvl="1"/>
            <a:r>
              <a:rPr lang="en-US" sz="2000" b="1" dirty="0"/>
              <a:t>Main source: </a:t>
            </a:r>
            <a:r>
              <a:rPr lang="en-US" sz="2000" dirty="0" err="1"/>
              <a:t>Danmarks</a:t>
            </a:r>
            <a:r>
              <a:rPr lang="en-US" sz="2000" dirty="0"/>
              <a:t> </a:t>
            </a:r>
            <a:r>
              <a:rPr lang="en-US" sz="2000" dirty="0" err="1"/>
              <a:t>Statistik</a:t>
            </a:r>
            <a:r>
              <a:rPr lang="en-US" sz="2000" dirty="0"/>
              <a:t> (National statistics office)</a:t>
            </a:r>
          </a:p>
          <a:p>
            <a:pPr lvl="1"/>
            <a:r>
              <a:rPr lang="en-US" sz="2000" dirty="0"/>
              <a:t>Limited coverage: 1986-2026</a:t>
            </a:r>
          </a:p>
          <a:p>
            <a:pPr lvl="1"/>
            <a:r>
              <a:rPr lang="en-US" sz="2000" dirty="0"/>
              <a:t>Secondary source: Jespersen, Mikkelsen, Ørnbjerg (2023) estimating pre-industrial PPD: 5 </a:t>
            </a:r>
          </a:p>
          <a:p>
            <a:r>
              <a:rPr lang="en-US" sz="2400" dirty="0"/>
              <a:t>Assumptions</a:t>
            </a:r>
          </a:p>
          <a:p>
            <a:pPr lvl="1"/>
            <a:r>
              <a:rPr lang="en-US" sz="2000" dirty="0"/>
              <a:t>Constant </a:t>
            </a:r>
            <a:r>
              <a:rPr lang="en-US" sz="2000" b="1" dirty="0"/>
              <a:t>lifetime</a:t>
            </a:r>
            <a:r>
              <a:rPr lang="en-US" sz="2000" dirty="0"/>
              <a:t> of 100 years</a:t>
            </a:r>
          </a:p>
          <a:p>
            <a:pPr lvl="1"/>
            <a:r>
              <a:rPr lang="en-US" sz="2000" dirty="0"/>
              <a:t>Gradual decrease in avg PPD from pre-industrial times until data coverage</a:t>
            </a:r>
          </a:p>
          <a:p>
            <a:pPr lvl="1"/>
            <a:r>
              <a:rPr lang="en-US" sz="2000" dirty="0"/>
              <a:t>PPD only of inhabited buildings, not dormant dwelling stock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1AE4FF4B-44D2-FF0B-71AC-8DD7E2B38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7" y="3710579"/>
            <a:ext cx="1906785" cy="2466384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63F82C66-760E-A4B9-702E-3829591F1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626" y="1690688"/>
            <a:ext cx="21971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37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8F40FE-293C-453F-B8A6-427899356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ADE11B3-18BB-BCA0-3080-CE073027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856271"/>
            <a:ext cx="4114800" cy="1645139"/>
          </a:xfrm>
        </p:spPr>
        <p:txBody>
          <a:bodyPr anchor="b">
            <a:normAutofit/>
          </a:bodyPr>
          <a:lstStyle/>
          <a:p>
            <a:r>
              <a:rPr lang="nb-NO" sz="3800"/>
              <a:t>Model: 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1EABE0-FA8E-49A5-A966-F0539111C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6384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A3E26D-73B1-468C-B97B-BC1815959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40" y="2712821"/>
            <a:ext cx="3975945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B68E8727-8183-253C-898C-9859128D0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921802"/>
            <a:ext cx="3246120" cy="2101862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33AF09CE-BDF7-5595-4DB6-48E3A4C0D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916" y="942090"/>
            <a:ext cx="3246120" cy="2061285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58B6EF4D-871F-D327-EC8F-3DB317FC7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2" y="3795531"/>
            <a:ext cx="3246120" cy="2045054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2154DFDF-C32C-8876-F8D9-A471406A4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916" y="3794196"/>
            <a:ext cx="3246120" cy="2045054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D540FAC4-FBC5-CB10-60D1-034D6F05B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021" y="2731109"/>
            <a:ext cx="4625181" cy="25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2EBE0BB-64C1-A753-B81D-68D76C24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of drivers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D459F35-11EF-1D27-2060-1B7DBBBC5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207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DDA88E4-51C6-6DD0-C53D-4BB095B4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results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AF59377-B0F2-AC49-F4D5-938D0DD18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2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2DFE15F-3ECF-D314-686E-806E8D7E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next steps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3784663-6945-D414-7C87-F1CDA39ED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66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105</Words>
  <Application>Microsoft Macintosh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Office-tema</vt:lpstr>
      <vt:lpstr> Denmark project </vt:lpstr>
      <vt:lpstr>Status and characteristics of dwelling stock</vt:lpstr>
      <vt:lpstr>Model: Sources</vt:lpstr>
      <vt:lpstr>Model: Results</vt:lpstr>
      <vt:lpstr>Calibration of drivers</vt:lpstr>
      <vt:lpstr>First results</vt:lpstr>
      <vt:lpstr>Conclusions and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 Nygård Eik</dc:creator>
  <cp:lastModifiedBy>Emil Nygård Eik</cp:lastModifiedBy>
  <cp:revision>2</cp:revision>
  <dcterms:created xsi:type="dcterms:W3CDTF">2026-02-27T07:22:18Z</dcterms:created>
  <dcterms:modified xsi:type="dcterms:W3CDTF">2026-02-28T16:31:16Z</dcterms:modified>
</cp:coreProperties>
</file>